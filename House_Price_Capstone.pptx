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House Price Prediction</a:t>
            </a:r>
          </a:p>
          <a:p>
            <a:r>
              <a:t>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house prices using features</a:t>
            </a:r>
          </a:p>
          <a:p>
            <a:r>
              <a:t>Understand important factors affecting price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Kaggle House Sales Dataset</a:t>
            </a:r>
          </a:p>
          <a:p>
            <a:r>
              <a:t>Features: bedrooms, sqft, location,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Problem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</a:t>
            </a:r>
          </a:p>
          <a:p>
            <a:r>
              <a:t>Regression Problem</a:t>
            </a:r>
          </a:p>
          <a:p>
            <a:r>
              <a:t>Output is continuous (price)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Load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pandas to load dataset</a:t>
            </a:r>
          </a:p>
          <a:p>
            <a:r>
              <a:t>pd.read_csv()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shape, columns</a:t>
            </a:r>
          </a:p>
          <a:p>
            <a:r>
              <a:t>Use describe() for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unnecessary columns</a:t>
            </a:r>
          </a:p>
          <a:p>
            <a:r>
              <a:t>Handle missing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 price distribution</a:t>
            </a:r>
          </a:p>
          <a:p>
            <a:r>
              <a:t>Understand data spread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relationship between variables</a:t>
            </a:r>
          </a:p>
          <a:p>
            <a:r>
              <a:t>Use heatmap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data into training and testing</a:t>
            </a:r>
          </a:p>
          <a:p>
            <a:r>
              <a:t>80% train, 20%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Linear Regression</a:t>
            </a:r>
          </a:p>
          <a:p>
            <a:r>
              <a:t>Model learns relationship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house prices using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10: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MAE</a:t>
            </a:r>
          </a:p>
          <a:p>
            <a:r>
              <a:t>Lower error = better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11: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important features</a:t>
            </a:r>
          </a:p>
          <a:p>
            <a:r>
              <a:t>Understand impact on price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predicts prices</a:t>
            </a:r>
          </a:p>
          <a:p>
            <a:r>
              <a:t>Insights help decision making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regression</a:t>
            </a:r>
          </a:p>
          <a:p>
            <a:r>
              <a:t>Explain correlation</a:t>
            </a:r>
          </a:p>
          <a:p>
            <a:r>
              <a:t>Improve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